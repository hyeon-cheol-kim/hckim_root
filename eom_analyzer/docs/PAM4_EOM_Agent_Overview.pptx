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173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PAM4 EOM TEST AUTOMATION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7830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PAM4 EOM Agent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EOM Log → LLM 하이브리드 파싱 → Eye Heatmap → Margin DB → 비교 분석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766560" y="3657600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6" name="Shape 4"/>
          <p:cNvSpPr/>
          <p:nvPr/>
        </p:nvSpPr>
        <p:spPr>
          <a:xfrm>
            <a:off x="6986016" y="3657600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7" name="Shape 5"/>
          <p:cNvSpPr/>
          <p:nvPr/>
        </p:nvSpPr>
        <p:spPr>
          <a:xfrm>
            <a:off x="7205472" y="3657600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8" name="Shape 6"/>
          <p:cNvSpPr/>
          <p:nvPr/>
        </p:nvSpPr>
        <p:spPr>
          <a:xfrm>
            <a:off x="7424928" y="3657600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9" name="Shape 7"/>
          <p:cNvSpPr/>
          <p:nvPr/>
        </p:nvSpPr>
        <p:spPr>
          <a:xfrm>
            <a:off x="7644384" y="3657600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10" name="Shape 8"/>
          <p:cNvSpPr/>
          <p:nvPr/>
        </p:nvSpPr>
        <p:spPr>
          <a:xfrm>
            <a:off x="7863840" y="3657600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11" name="Shape 9"/>
          <p:cNvSpPr/>
          <p:nvPr/>
        </p:nvSpPr>
        <p:spPr>
          <a:xfrm>
            <a:off x="8083296" y="3657600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12" name="Shape 10"/>
          <p:cNvSpPr/>
          <p:nvPr/>
        </p:nvSpPr>
        <p:spPr>
          <a:xfrm>
            <a:off x="6766560" y="3877056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13" name="Shape 11"/>
          <p:cNvSpPr/>
          <p:nvPr/>
        </p:nvSpPr>
        <p:spPr>
          <a:xfrm>
            <a:off x="6986016" y="3877056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14" name="Shape 12"/>
          <p:cNvSpPr/>
          <p:nvPr/>
        </p:nvSpPr>
        <p:spPr>
          <a:xfrm>
            <a:off x="7205472" y="3877056"/>
            <a:ext cx="192024" cy="19202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5" name="Shape 13"/>
          <p:cNvSpPr/>
          <p:nvPr/>
        </p:nvSpPr>
        <p:spPr>
          <a:xfrm>
            <a:off x="7424928" y="3877056"/>
            <a:ext cx="192024" cy="19202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Shape 14"/>
          <p:cNvSpPr/>
          <p:nvPr/>
        </p:nvSpPr>
        <p:spPr>
          <a:xfrm>
            <a:off x="7644384" y="3877056"/>
            <a:ext cx="192024" cy="19202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Shape 15"/>
          <p:cNvSpPr/>
          <p:nvPr/>
        </p:nvSpPr>
        <p:spPr>
          <a:xfrm>
            <a:off x="7863840" y="3877056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18" name="Shape 16"/>
          <p:cNvSpPr/>
          <p:nvPr/>
        </p:nvSpPr>
        <p:spPr>
          <a:xfrm>
            <a:off x="8083296" y="3877056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19" name="Shape 17"/>
          <p:cNvSpPr/>
          <p:nvPr/>
        </p:nvSpPr>
        <p:spPr>
          <a:xfrm>
            <a:off x="6766560" y="4096512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20" name="Shape 18"/>
          <p:cNvSpPr/>
          <p:nvPr/>
        </p:nvSpPr>
        <p:spPr>
          <a:xfrm>
            <a:off x="6986016" y="4096512"/>
            <a:ext cx="192024" cy="19202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1" name="Shape 19"/>
          <p:cNvSpPr/>
          <p:nvPr/>
        </p:nvSpPr>
        <p:spPr>
          <a:xfrm>
            <a:off x="7205472" y="4096512"/>
            <a:ext cx="192024" cy="19202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2" name="Shape 20"/>
          <p:cNvSpPr/>
          <p:nvPr/>
        </p:nvSpPr>
        <p:spPr>
          <a:xfrm>
            <a:off x="7424928" y="4096512"/>
            <a:ext cx="192024" cy="19202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3" name="Shape 21"/>
          <p:cNvSpPr/>
          <p:nvPr/>
        </p:nvSpPr>
        <p:spPr>
          <a:xfrm>
            <a:off x="7644384" y="4096512"/>
            <a:ext cx="192024" cy="19202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4" name="Shape 22"/>
          <p:cNvSpPr/>
          <p:nvPr/>
        </p:nvSpPr>
        <p:spPr>
          <a:xfrm>
            <a:off x="7863840" y="4096512"/>
            <a:ext cx="192024" cy="19202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5" name="Shape 23"/>
          <p:cNvSpPr/>
          <p:nvPr/>
        </p:nvSpPr>
        <p:spPr>
          <a:xfrm>
            <a:off x="8083296" y="4096512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26" name="Shape 24"/>
          <p:cNvSpPr/>
          <p:nvPr/>
        </p:nvSpPr>
        <p:spPr>
          <a:xfrm>
            <a:off x="6766560" y="4315968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27" name="Shape 25"/>
          <p:cNvSpPr/>
          <p:nvPr/>
        </p:nvSpPr>
        <p:spPr>
          <a:xfrm>
            <a:off x="6986016" y="4315968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28" name="Shape 26"/>
          <p:cNvSpPr/>
          <p:nvPr/>
        </p:nvSpPr>
        <p:spPr>
          <a:xfrm>
            <a:off x="7205472" y="4315968"/>
            <a:ext cx="192024" cy="19202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9" name="Shape 27"/>
          <p:cNvSpPr/>
          <p:nvPr/>
        </p:nvSpPr>
        <p:spPr>
          <a:xfrm>
            <a:off x="7424928" y="4315968"/>
            <a:ext cx="192024" cy="19202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0" name="Shape 28"/>
          <p:cNvSpPr/>
          <p:nvPr/>
        </p:nvSpPr>
        <p:spPr>
          <a:xfrm>
            <a:off x="7644384" y="4315968"/>
            <a:ext cx="192024" cy="19202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1" name="Shape 29"/>
          <p:cNvSpPr/>
          <p:nvPr/>
        </p:nvSpPr>
        <p:spPr>
          <a:xfrm>
            <a:off x="7863840" y="4315968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32" name="Shape 30"/>
          <p:cNvSpPr/>
          <p:nvPr/>
        </p:nvSpPr>
        <p:spPr>
          <a:xfrm>
            <a:off x="8083296" y="4315968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33" name="Shape 31"/>
          <p:cNvSpPr/>
          <p:nvPr/>
        </p:nvSpPr>
        <p:spPr>
          <a:xfrm>
            <a:off x="6766560" y="4535424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34" name="Shape 32"/>
          <p:cNvSpPr/>
          <p:nvPr/>
        </p:nvSpPr>
        <p:spPr>
          <a:xfrm>
            <a:off x="6986016" y="4535424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35" name="Shape 33"/>
          <p:cNvSpPr/>
          <p:nvPr/>
        </p:nvSpPr>
        <p:spPr>
          <a:xfrm>
            <a:off x="7205472" y="4535424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36" name="Shape 34"/>
          <p:cNvSpPr/>
          <p:nvPr/>
        </p:nvSpPr>
        <p:spPr>
          <a:xfrm>
            <a:off x="7424928" y="4535424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37" name="Shape 35"/>
          <p:cNvSpPr/>
          <p:nvPr/>
        </p:nvSpPr>
        <p:spPr>
          <a:xfrm>
            <a:off x="7644384" y="4535424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38" name="Shape 36"/>
          <p:cNvSpPr/>
          <p:nvPr/>
        </p:nvSpPr>
        <p:spPr>
          <a:xfrm>
            <a:off x="7863840" y="4535424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39" name="Shape 37"/>
          <p:cNvSpPr/>
          <p:nvPr/>
        </p:nvSpPr>
        <p:spPr>
          <a:xfrm>
            <a:off x="8083296" y="4535424"/>
            <a:ext cx="192024" cy="19202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40" name="Text 38"/>
          <p:cNvSpPr/>
          <p:nvPr/>
        </p:nvSpPr>
        <p:spPr>
          <a:xfrm>
            <a:off x="73152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Langflow 1.9.1  ·  Python 3.12.13  ·  FastAPI  ·  SQLite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무엇을 하는 시스템인가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481328" cy="786384"/>
          </a:xfrm>
          <a:prstGeom prst="roundRect">
            <a:avLst>
              <a:gd name="adj" fmla="val 8140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783080"/>
            <a:ext cx="329184" cy="329184"/>
          </a:xfrm>
          <a:prstGeom prst="ellipse">
            <a:avLst/>
          </a:prstGeom>
          <a:solidFill>
            <a:srgbClr val="0F9D8F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42416" y="1645920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EOM Log 입력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(Web 업로드)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002536" y="1764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322576" y="1554480"/>
            <a:ext cx="1481328" cy="786384"/>
          </a:xfrm>
          <a:prstGeom prst="roundRect">
            <a:avLst>
              <a:gd name="adj" fmla="val 8140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32304" y="1783080"/>
            <a:ext cx="329184" cy="329184"/>
          </a:xfrm>
          <a:prstGeom prst="ellipse">
            <a:avLst/>
          </a:prstGeom>
          <a:solidFill>
            <a:srgbClr val="0F9D8F"/>
          </a:solidFill>
          <a:ln/>
        </p:spPr>
      </p:sp>
      <p:sp>
        <p:nvSpPr>
          <p:cNvPr id="11" name="Text 9"/>
          <p:cNvSpPr/>
          <p:nvPr/>
        </p:nvSpPr>
        <p:spPr>
          <a:xfrm>
            <a:off x="2432304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816352" y="1645920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패턴 식별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(모델 선택)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776472" y="1764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096512" y="1554480"/>
            <a:ext cx="1481328" cy="786384"/>
          </a:xfrm>
          <a:prstGeom prst="roundRect">
            <a:avLst>
              <a:gd name="adj" fmla="val 8140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06240" y="1783080"/>
            <a:ext cx="329184" cy="329184"/>
          </a:xfrm>
          <a:prstGeom prst="ellipse">
            <a:avLst/>
          </a:prstGeom>
          <a:solidFill>
            <a:srgbClr val="0F9D8F"/>
          </a:solidFill>
          <a:ln/>
        </p:spPr>
      </p:sp>
      <p:sp>
        <p:nvSpPr>
          <p:cNvPr id="16" name="Text 14"/>
          <p:cNvSpPr/>
          <p:nvPr/>
        </p:nvSpPr>
        <p:spPr>
          <a:xfrm>
            <a:off x="420624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90288" y="1645920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 JSON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(V×T, error)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550408" y="1764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870448" y="1554480"/>
            <a:ext cx="1481328" cy="786384"/>
          </a:xfrm>
          <a:prstGeom prst="roundRect">
            <a:avLst>
              <a:gd name="adj" fmla="val 8140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80176" y="1783080"/>
            <a:ext cx="329184" cy="329184"/>
          </a:xfrm>
          <a:prstGeom prst="ellipse">
            <a:avLst/>
          </a:prstGeom>
          <a:solidFill>
            <a:srgbClr val="0F9D8F"/>
          </a:solidFill>
          <a:ln/>
        </p:spPr>
      </p:sp>
      <p:sp>
        <p:nvSpPr>
          <p:cNvPr id="21" name="Text 19"/>
          <p:cNvSpPr/>
          <p:nvPr/>
        </p:nvSpPr>
        <p:spPr>
          <a:xfrm>
            <a:off x="5980176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64224" y="1645920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Heatmap Plot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(Blue/Red)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324344" y="1764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644384" y="1554480"/>
            <a:ext cx="1481328" cy="786384"/>
          </a:xfrm>
          <a:prstGeom prst="roundRect">
            <a:avLst>
              <a:gd name="adj" fmla="val 8140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54112" y="1783080"/>
            <a:ext cx="329184" cy="329184"/>
          </a:xfrm>
          <a:prstGeom prst="ellipse">
            <a:avLst/>
          </a:prstGeom>
          <a:solidFill>
            <a:srgbClr val="0F9D8F"/>
          </a:solidFill>
          <a:ln/>
        </p:spPr>
      </p:sp>
      <p:sp>
        <p:nvSpPr>
          <p:cNvPr id="26" name="Text 24"/>
          <p:cNvSpPr/>
          <p:nvPr/>
        </p:nvSpPr>
        <p:spPr>
          <a:xfrm>
            <a:off x="7754112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138160" y="1645920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 → DB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비교 분석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2743200"/>
            <a:ext cx="3886200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77240" y="324612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PAM4 EOM 결과 분석의 자동화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벤더별로 다른 log 포맷을 LLM이 유사 키워드까지 인식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Eye margin 이력을 DB로 누적 → 회귀/비교 확인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709160" y="2743200"/>
            <a:ext cx="3886200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3776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환경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937760" y="324612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URL 접속 — 메뉴 2개(입력/조회)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LLM: Claude / OpenAI / Ollama 선택형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DB: Langflow SQL 컴포넌트 + SQLite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구조 (3-Layer)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377440" cy="310896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276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Frontend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90195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HTML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395728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EOM Log 업로드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355848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 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조회 / 비교 차트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97180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383280" y="1463040"/>
            <a:ext cx="3108960" cy="3108960"/>
          </a:xfrm>
          <a:prstGeom prst="roundRect">
            <a:avLst>
              <a:gd name="adj" fmla="val 2059"/>
            </a:avLst>
          </a:prstGeom>
          <a:solidFill>
            <a:srgbClr val="FFFFFF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0" y="1627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Langflow 1.9.1 Flow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66160" y="1901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 /api/v1/run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566160" y="2212848"/>
            <a:ext cx="2743200" cy="384048"/>
          </a:xfrm>
          <a:prstGeom prst="roundRect">
            <a:avLst>
              <a:gd name="adj" fmla="val 16667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75888" y="22128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②a Log Sampler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566160" y="2679192"/>
            <a:ext cx="2743200" cy="384048"/>
          </a:xfrm>
          <a:prstGeom prst="roundRect">
            <a:avLst>
              <a:gd name="adj" fmla="val 16667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75888" y="267919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LLM Pattern 식별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566160" y="3145536"/>
            <a:ext cx="2743200" cy="384048"/>
          </a:xfrm>
          <a:prstGeom prst="roundRect">
            <a:avLst>
              <a:gd name="adj" fmla="val 16667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75888" y="3145536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JSON Builder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566160" y="3611880"/>
            <a:ext cx="2743200" cy="384048"/>
          </a:xfrm>
          <a:prstGeom prst="roundRect">
            <a:avLst>
              <a:gd name="adj" fmla="val 16667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75888" y="36118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Heatmap Plotter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566160" y="4078224"/>
            <a:ext cx="2743200" cy="384048"/>
          </a:xfrm>
          <a:prstGeom prst="roundRect">
            <a:avLst>
              <a:gd name="adj" fmla="val 16667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75888" y="407822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Margin Calc → ⑥ DB Writer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53796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949440" y="1463040"/>
            <a:ext cx="1645920" cy="310896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14032" y="16276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114032" y="19019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eom_results.db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114032" y="2468880"/>
            <a:ext cx="14173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run_id / filename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 / eye (×3)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width_ui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height_mv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/ overall_pass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created_at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PARSING STRATEGY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하이브리드 LLM 파싱 — 왜 이 방식인가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88620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093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LLM의 역할 (샘플만 분석)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1901952"/>
            <a:ext cx="3520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로그 앞 60줄+중간/끝 샘플만 입력</a:t>
            </a:r>
            <a:endParaRPr lang="en-US" sz="105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voltage/timing/error의 유사 키워드 식별 (phase, amp, errs 등)</a:t>
            </a:r>
            <a:endParaRPr lang="en-US" sz="105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group 정규식을 JSON으로 반환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09160" y="1463040"/>
            <a:ext cx="388620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6093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Python의 역할 (숫자 추출)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937760" y="1901952"/>
            <a:ext cx="3520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패턴으로 전체 로그 스캔 — 환각 없이 정확</a:t>
            </a:r>
            <a:endParaRPr lang="en-US" sz="105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lane별 (t,v) 맵 구축, 병합 규칙 적용</a:t>
            </a:r>
            <a:endParaRPr lang="en-US" sz="105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패턴 불량 시 QC 기본 정규식 fallback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8046720" cy="1371600"/>
          </a:xfrm>
          <a:prstGeom prst="roundRect">
            <a:avLst>
              <a:gd name="adj" fmla="val 4667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4198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선택 이유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3712464"/>
            <a:ext cx="7589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EOM 로그는 최대 127×127 = 16,129셀/lane. 전체를 LLM에 넣으면 토큰 비용이 크고 숫자 누락·환각 위험이 있음. 하이브리드는 LLM의 유연성(벤더별 키워드 차이 흡수)과 Python의 정확성을 동시에 확보한다.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RULES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스키마와 처리 규칙 (기존 CSV 파서 승계)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411480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093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 JSON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"meta": { source_file, lane_mode, ... },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"config": { timing_max_steps: 63, ... },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"timing_steps":  [-63 ... 63],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"voltage_steps": [63 ... -63],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"default_fill": 63,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"lanes": {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"0": { "matrix": [[err, ...], ...] },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"1": { "matrix": [[err, ...], ...] }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937760" y="1463040"/>
            <a:ext cx="365760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66360" y="16093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처리 규칙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965960"/>
            <a:ext cx="32461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2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세로축 = voltage step (내림차순)</a:t>
            </a:r>
            <a:endParaRPr lang="en-US" sz="120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2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가로축 = timing step (-max ~ +max)</a:t>
            </a:r>
            <a:endParaRPr lang="en-US" sz="120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2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셀 = error count / 미측정 = 63</a:t>
            </a:r>
            <a:endParaRPr lang="en-US" sz="120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2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중복 (t,v): 63 아닌 유효값 우선, 유효값끼리는 작은 값 우선</a:t>
            </a:r>
            <a:endParaRPr lang="en-US" sz="120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2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 0/1 분리 (Dual/Single 자동 판정)</a:t>
            </a:r>
            <a:endParaRPr lang="en-US" sz="120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2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인코딩 자동 감지 (chardet)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Heatmap &amp; Eye Margin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411480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093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생성 결과 예시 (합성 데이터 검증)</a:t>
            </a:r>
            <a:endParaRPr lang="en-US" sz="1300" dirty="0"/>
          </a:p>
        </p:txBody>
      </p:sp>
      <p:pic>
        <p:nvPicPr>
          <p:cNvPr id="6" name="Image 0" descr="eom_analyzer/tests/out_test/synthetic_Lane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5296" y="1920240"/>
            <a:ext cx="2743200" cy="24048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438912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0=파랑 / ≥1=빨강 · 3-eye 마스크 · 마진 박스 · 컬러바 · 격자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937760" y="1463040"/>
            <a:ext cx="365760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16093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 알고리즘 (확정)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166360" y="1920240"/>
            <a:ext cx="32461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1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PAM4 3-eye: Upper(&gt;130mV) / Middle / Lower(&lt;-130mV)</a:t>
            </a:r>
            <a:endParaRPr lang="en-US" sz="1100" dirty="0"/>
          </a:p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1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중심: 영역 내 최장 연속-0 행 → cy, 구간 중앙 → cx</a:t>
            </a:r>
            <a:endParaRPr lang="en-US" sz="1100" dirty="0"/>
          </a:p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1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Width(UI): 기준 행 연속-0 구간 길이</a:t>
            </a:r>
            <a:endParaRPr lang="en-US" sz="1100" dirty="0"/>
          </a:p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1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Height(mV): cx 열의 cy 포함 클러스터 (gap&gt;1.5step 분리)</a:t>
            </a:r>
            <a:endParaRPr lang="en-US" sz="1100" dirty="0"/>
          </a:p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1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Pass/Fail: W ≤ 0.24 UI 또는 H ≤ 50 mV → Fail</a:t>
            </a:r>
            <a:endParaRPr lang="en-US" sz="1100" dirty="0"/>
          </a:p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10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lane별 PNG(dpi 150) + 마진 결과 → ⑥ DB로 전달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현황 — 전 단계 완료 (2026-07-04)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8046720" cy="420624"/>
          </a:xfrm>
          <a:prstGeom prst="roundRect">
            <a:avLst>
              <a:gd name="adj" fmla="val 15217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27632"/>
            <a:ext cx="182880" cy="182880"/>
          </a:xfrm>
          <a:prstGeom prst="ellipse">
            <a:avLst/>
          </a:prstGeom>
          <a:solidFill>
            <a:srgbClr val="0F9D8F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1508760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구조 / 스켈레톤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766560" y="150876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020824"/>
            <a:ext cx="804672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2139696"/>
            <a:ext cx="182880" cy="182880"/>
          </a:xfrm>
          <a:prstGeom prst="ellipse">
            <a:avLst/>
          </a:prstGeom>
          <a:solidFill>
            <a:srgbClr val="0F9D8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2020824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②a Log Sampler + LLM 프롬프트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766560" y="2020824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32888"/>
            <a:ext cx="8046720" cy="420624"/>
          </a:xfrm>
          <a:prstGeom prst="roundRect">
            <a:avLst>
              <a:gd name="adj" fmla="val 15217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9808" y="2651760"/>
            <a:ext cx="182880" cy="182880"/>
          </a:xfrm>
          <a:prstGeom prst="ellipse">
            <a:avLst/>
          </a:prstGeom>
          <a:solidFill>
            <a:srgbClr val="0F9D8F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2532888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JSON Builder (하이브리드, 테스트 3종 통과)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766560" y="253288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044952"/>
            <a:ext cx="804672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3163824"/>
            <a:ext cx="182880" cy="182880"/>
          </a:xfrm>
          <a:prstGeom prst="ellipse">
            <a:avLst/>
          </a:prstGeom>
          <a:solidFill>
            <a:srgbClr val="0F9D8F"/>
          </a:solidFill>
          <a:ln/>
        </p:spPr>
      </p:sp>
      <p:sp>
        <p:nvSpPr>
          <p:cNvPr id="18" name="Text 16"/>
          <p:cNvSpPr/>
          <p:nvPr/>
        </p:nvSpPr>
        <p:spPr>
          <a:xfrm>
            <a:off x="1051560" y="3044952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Heatmap Plotter (3-eye 마스크/마진 박스)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766560" y="3044952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557016"/>
            <a:ext cx="8046720" cy="420624"/>
          </a:xfrm>
          <a:prstGeom prst="roundRect">
            <a:avLst>
              <a:gd name="adj" fmla="val 15217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" y="3675888"/>
            <a:ext cx="182880" cy="182880"/>
          </a:xfrm>
          <a:prstGeom prst="ellipse">
            <a:avLst/>
          </a:prstGeom>
          <a:solidFill>
            <a:srgbClr val="0F9D8F"/>
          </a:solidFill>
          <a:ln/>
        </p:spPr>
      </p:sp>
      <p:sp>
        <p:nvSpPr>
          <p:cNvPr id="22" name="Text 20"/>
          <p:cNvSpPr/>
          <p:nvPr/>
        </p:nvSpPr>
        <p:spPr>
          <a:xfrm>
            <a:off x="1051560" y="3557016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Margin Calculator (Pass/Fail 판정)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766560" y="3557016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069080"/>
            <a:ext cx="804672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9808" y="4187952"/>
            <a:ext cx="182880" cy="182880"/>
          </a:xfrm>
          <a:prstGeom prst="ellipse">
            <a:avLst/>
          </a:prstGeom>
          <a:solidFill>
            <a:srgbClr val="0F9D8F"/>
          </a:solidFill>
          <a:ln/>
        </p:spPr>
      </p:sp>
      <p:sp>
        <p:nvSpPr>
          <p:cNvPr id="26" name="Text 24"/>
          <p:cNvSpPr/>
          <p:nvPr/>
        </p:nvSpPr>
        <p:spPr>
          <a:xfrm>
            <a:off x="1051560" y="4069080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DB Writer (lane×3-eye 스키마, run_id 그룹)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766560" y="406908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4581144"/>
            <a:ext cx="8046720" cy="420624"/>
          </a:xfrm>
          <a:prstGeom prst="roundRect">
            <a:avLst>
              <a:gd name="adj" fmla="val 15217"/>
            </a:avLst>
          </a:prstGeom>
          <a:solidFill>
            <a:srgbClr val="E9F0F8"/>
          </a:solidFill>
          <a:ln w="12700">
            <a:solidFill>
              <a:srgbClr val="D4E0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9808" y="4700016"/>
            <a:ext cx="182880" cy="182880"/>
          </a:xfrm>
          <a:prstGeom prst="ellipse">
            <a:avLst/>
          </a:prstGeom>
          <a:solidFill>
            <a:srgbClr val="0F9D8F"/>
          </a:solidFill>
          <a:ln/>
        </p:spPr>
      </p:sp>
      <p:sp>
        <p:nvSpPr>
          <p:cNvPr id="30" name="Text 28"/>
          <p:cNvSpPr/>
          <p:nvPr/>
        </p:nvSpPr>
        <p:spPr>
          <a:xfrm>
            <a:off x="1051560" y="4581144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E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↔ Langflow 연동 + 비교 차트 (A 산점도 + B 추이)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766560" y="4581144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PAM4 EOM Agent</dc:title>
  <dc:subject>PptxGenJS Presentation</dc:subject>
  <dc:creator>PptxGenJS</dc:creator>
  <cp:lastModifiedBy>PptxGenJS</cp:lastModifiedBy>
  <cp:revision>1</cp:revision>
  <dcterms:created xsi:type="dcterms:W3CDTF">2026-07-04T03:50:53Z</dcterms:created>
  <dcterms:modified xsi:type="dcterms:W3CDTF">2026-07-04T03:50:53Z</dcterms:modified>
</cp:coreProperties>
</file>