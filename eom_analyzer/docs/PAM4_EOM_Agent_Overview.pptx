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PAM4 EOM TEST 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PAM4 EOM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EOM Log → LLM 하이브리드 파싱 → Eye Heatmap → Margin DB → 비교 분석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3657600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6" name="Shape 4"/>
          <p:cNvSpPr/>
          <p:nvPr/>
        </p:nvSpPr>
        <p:spPr>
          <a:xfrm>
            <a:off x="6986016" y="3657600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7205472" y="3657600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8" name="Shape 6"/>
          <p:cNvSpPr/>
          <p:nvPr/>
        </p:nvSpPr>
        <p:spPr>
          <a:xfrm>
            <a:off x="7424928" y="3657600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9" name="Shape 7"/>
          <p:cNvSpPr/>
          <p:nvPr/>
        </p:nvSpPr>
        <p:spPr>
          <a:xfrm>
            <a:off x="7644384" y="3657600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0" y="3657600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1" name="Shape 9"/>
          <p:cNvSpPr/>
          <p:nvPr/>
        </p:nvSpPr>
        <p:spPr>
          <a:xfrm>
            <a:off x="8083296" y="3657600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3877056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3" name="Shape 11"/>
          <p:cNvSpPr/>
          <p:nvPr/>
        </p:nvSpPr>
        <p:spPr>
          <a:xfrm>
            <a:off x="6986016" y="3877056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05472" y="3877056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424928" y="3877056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644384" y="3877056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3877056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8" name="Shape 16"/>
          <p:cNvSpPr/>
          <p:nvPr/>
        </p:nvSpPr>
        <p:spPr>
          <a:xfrm>
            <a:off x="8083296" y="3877056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4096512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0" name="Shape 18"/>
          <p:cNvSpPr/>
          <p:nvPr/>
        </p:nvSpPr>
        <p:spPr>
          <a:xfrm>
            <a:off x="6986016" y="4096512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205472" y="4096512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4928" y="4096512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644384" y="4096512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4096512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083296" y="4096512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6" name="Shape 24"/>
          <p:cNvSpPr/>
          <p:nvPr/>
        </p:nvSpPr>
        <p:spPr>
          <a:xfrm>
            <a:off x="6766560" y="4315968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7" name="Shape 25"/>
          <p:cNvSpPr/>
          <p:nvPr/>
        </p:nvSpPr>
        <p:spPr>
          <a:xfrm>
            <a:off x="6986016" y="4315968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8" name="Shape 26"/>
          <p:cNvSpPr/>
          <p:nvPr/>
        </p:nvSpPr>
        <p:spPr>
          <a:xfrm>
            <a:off x="7205472" y="4315968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7424928" y="4315968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644384" y="4315968"/>
            <a:ext cx="192024" cy="19202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0" y="4315968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2" name="Shape 30"/>
          <p:cNvSpPr/>
          <p:nvPr/>
        </p:nvSpPr>
        <p:spPr>
          <a:xfrm>
            <a:off x="8083296" y="4315968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3" name="Shape 31"/>
          <p:cNvSpPr/>
          <p:nvPr/>
        </p:nvSpPr>
        <p:spPr>
          <a:xfrm>
            <a:off x="6766560" y="4535424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4" name="Shape 32"/>
          <p:cNvSpPr/>
          <p:nvPr/>
        </p:nvSpPr>
        <p:spPr>
          <a:xfrm>
            <a:off x="6986016" y="4535424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5" name="Shape 33"/>
          <p:cNvSpPr/>
          <p:nvPr/>
        </p:nvSpPr>
        <p:spPr>
          <a:xfrm>
            <a:off x="7205472" y="4535424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6" name="Shape 34"/>
          <p:cNvSpPr/>
          <p:nvPr/>
        </p:nvSpPr>
        <p:spPr>
          <a:xfrm>
            <a:off x="7424928" y="4535424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7" name="Shape 35"/>
          <p:cNvSpPr/>
          <p:nvPr/>
        </p:nvSpPr>
        <p:spPr>
          <a:xfrm>
            <a:off x="7644384" y="4535424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0" y="4535424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39" name="Shape 37"/>
          <p:cNvSpPr/>
          <p:nvPr/>
        </p:nvSpPr>
        <p:spPr>
          <a:xfrm>
            <a:off x="8083296" y="4535424"/>
            <a:ext cx="192024" cy="19202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Langflow 1.9.1  ·  Python 3.12.13  ·  FastAPI  ·  SQLite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하는 시스템인가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481328" cy="786384"/>
          </a:xfrm>
          <a:prstGeom prst="roundRect">
            <a:avLst>
              <a:gd name="adj" fmla="val 8140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83080"/>
            <a:ext cx="329184" cy="329184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2416" y="164592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EOM Log 입력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 업로드)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02536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22576" y="1554480"/>
            <a:ext cx="1481328" cy="786384"/>
          </a:xfrm>
          <a:prstGeom prst="roundRect">
            <a:avLst>
              <a:gd name="adj" fmla="val 8140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1783080"/>
            <a:ext cx="329184" cy="329184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432304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16352" y="164592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패턴 식별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(모델 선택)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76472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96512" y="1554480"/>
            <a:ext cx="1481328" cy="786384"/>
          </a:xfrm>
          <a:prstGeom prst="roundRect">
            <a:avLst>
              <a:gd name="adj" fmla="val 8140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783080"/>
            <a:ext cx="329184" cy="329184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0288" y="164592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JSON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(V×T, error)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50408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70448" y="1554480"/>
            <a:ext cx="1481328" cy="786384"/>
          </a:xfrm>
          <a:prstGeom prst="roundRect">
            <a:avLst>
              <a:gd name="adj" fmla="val 8140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0176" y="1783080"/>
            <a:ext cx="329184" cy="329184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5980176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164592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Plot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(Blue/Red)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24344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44384" y="1554480"/>
            <a:ext cx="1481328" cy="786384"/>
          </a:xfrm>
          <a:prstGeom prst="roundRect">
            <a:avLst>
              <a:gd name="adj" fmla="val 8140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112" y="1783080"/>
            <a:ext cx="329184" cy="329184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7754112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38160" y="164592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→ 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2743200"/>
            <a:ext cx="38862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2461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PAM4 EOM 결과 분석의 자동화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벤더별로 다른 log 포맷을 LLM이 유사 키워드까지 인식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margin 이력을 DB로 누적 → 회귀/비교 확인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2743200"/>
            <a:ext cx="38862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환경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32461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URL 접속 — 메뉴 2개(입력/조회)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Claude / OpenAI / Ollama 선택형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DB: Langflow SQL 컴포넌트 + SQLite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 (3-Layer)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77440" cy="310896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HTML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39572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EOM Log 업로드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2011680" cy="822960"/>
          </a:xfrm>
          <a:prstGeom prst="roundRect">
            <a:avLst>
              <a:gd name="adj" fmla="val 7778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5584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조회 / 비교 차트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310896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Langflow 1.9.1 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/api/v1/run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212848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2212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②a Log Sampler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2679192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2679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LLM Pattern 식별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3145536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75888" y="3145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JSON Builder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66160" y="361188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3611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Heatmap Plotter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66160" y="4078224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40782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Margin Calc → ⑥ DB Writer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1463040"/>
            <a:ext cx="1645920" cy="31089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14032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eom_results.db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14032" y="246888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run_id / filename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/ eye (×3)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width_ui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height_mv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overall_pass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0" name="DB Analysis Box"/>
          <p:cNvSpPr/>
          <p:nvPr/>
        </p:nvSpPr>
        <p:spPr>
          <a:xfrm>
            <a:off x="3383280" y="4632000"/>
            <a:ext cx="3108960" cy="430000"/>
          </a:xfrm>
          <a:prstGeom prst="roundRect">
            <a:avLst>
              <a:gd name="adj" fmla="val 16667"/>
            </a:avLst>
          </a:prstGeom>
          <a:solidFill>
            <a:srgbClr val="E6F5F2"/>
          </a:solidFill>
          <a:ln w="12700">
            <a:solidFill>
              <a:srgbClr val="0F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" rIns="14000" tIns="14000" bIns="14000"/>
          <a:lstStyle/>
          <a:p>
            <a:pPr algn="ctr"/>
            <a:r>
              <a:rPr sz="1050" b="1">
                <a:solidFill>
                  <a:srgbClr val="0F9D8F"/>
                </a:solidFill>
                <a:latin typeface="Arial"/>
              </a:rPr>
              <a:t>DB 분석 · 차트 선택</a:t>
            </a:r>
          </a:p>
          <a:p>
            <a:pPr algn="ctr"/>
            <a:r>
              <a:rPr sz="950">
                <a:solidFill>
                  <a:srgbClr val="1C2E45"/>
                </a:solidFill>
                <a:latin typeface="Arial"/>
              </a:rPr>
              <a:t>scatter · box · pie · histogram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7760" y="4532000"/>
            <a:ext cx="200000" cy="11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>
                <a:solidFill>
                  <a:srgbClr val="0F9D8F"/>
                </a:solidFill>
                <a:latin typeface="Arial"/>
              </a:rPr>
              <a:t>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LLM 파싱 — 왜 이 방식인가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9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역할 (샘플만 분석)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 앞 60줄+중간/끝 샘플만 입력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voltage/timing/error의 유사 키워드 식별 (phase, amp, errs 등)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group 정규식을 JSON으로 반환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88620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9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Python의 역할 (숫자 추출)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901952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패턴으로 전체 로그 스캔 — 환각 없이 정확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lane별 (t,v) 맵 구축, 병합 규칙 적용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불량 시 QC 기본 정규식 fallback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8046720" cy="1371600"/>
          </a:xfrm>
          <a:prstGeom prst="roundRect">
            <a:avLst>
              <a:gd name="adj" fmla="val 466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712464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EOM 로그는 최대 127×127 = 16,129셀/lane. 전체를 LLM에 넣으면 토큰 비용이 크고 숫자 누락·환각 위험이 있음. 하이브리드는 LLM의 유연성(벤더별 키워드 차이 흡수)과 Python의 정확성을 동시에 확보한다.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스키마와 처리 규칙 (기존 CSV 파서 승계)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9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JSON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"meta": { source_file, lane_mode, ... },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"config": { timing_max_steps: 63, ... },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"timing_steps":  [-63 ... 63],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"voltage_steps": [63 ... -63],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"default_fill": 63,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"lanes":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"0": { "matrix": [[err, ...], ...] },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"1": { "matrix": [[err, ...], ...] 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C2E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37760" y="1463040"/>
            <a:ext cx="36576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1609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규칙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965960"/>
            <a:ext cx="3246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세로축 = voltage step (내림차순)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가로축 = timing step (-max ~ +max)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 = error count / 미측정 = 63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(t,v): 63 아닌 유효값 우선, 유효값끼리는 작은 값 우선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0/1 분리 (Dual/Single 자동 판정)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자동 감지 (chardet)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&amp; Eye Margin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9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결과 예시 (합성 데이터 검증)</a:t>
            </a:r>
            <a:endParaRPr lang="en-US" sz="1300" dirty="0"/>
          </a:p>
        </p:txBody>
      </p:sp>
      <p:pic>
        <p:nvPicPr>
          <p:cNvPr id="6" name="Image 0" descr="eom_analyzer/tests/out_test/synthetic_Lan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1920240"/>
            <a:ext cx="2743200" cy="2404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89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0=파랑 / ≥1=빨강 · 3-eye 마스크 · 마진 박스 · 컬러바 · 격자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37760" y="1463040"/>
            <a:ext cx="36576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1609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알고리즘 (확정)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66360" y="192024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PAM4 3-eye: Upper(&gt;130mV) / Middle / Lower(&lt;-130mV)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중심: 영역 내 최장 연속-0 행 → cy, 구간 중앙 → cx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Width(UI): 기준 행 연속-0 구간 길이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Height(mV): cx 열의 cy 포함 클러스터 (gap&gt;1.5step 분리)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Pass/Fail: W ≤ 0.24 UI 또는 H ≤ 50 mV → Fail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lane별 PNG(dpi 150) + 마진 결과 → ⑥ DB로 전달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현황 — 전 단계 완료 (2026-07-04)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27632"/>
            <a:ext cx="182880" cy="182880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0876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구조 / 스켈레톤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0" y="15087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0824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39696"/>
            <a:ext cx="182880" cy="182880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02082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②a Log Sampler + LLM 프롬프트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20208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651760"/>
            <a:ext cx="182880" cy="182880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53288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JSON Builder (하이브리드, 테스트 3종 통과)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25328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163824"/>
            <a:ext cx="182880" cy="182880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04495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Heatmap Plotter (3-eye 마스크/마진 박스)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30449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675888"/>
            <a:ext cx="182880" cy="182880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557016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Margin Calculator (Pass/Fail 판정)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0" y="35570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187952"/>
            <a:ext cx="182880" cy="182880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06908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DB Writer (lane×3-eye 스키마, run_id 그룹)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0" y="40690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81144"/>
            <a:ext cx="8046720" cy="420624"/>
          </a:xfrm>
          <a:prstGeom prst="roundRect">
            <a:avLst>
              <a:gd name="adj" fmla="val 15217"/>
            </a:avLst>
          </a:prstGeom>
          <a:solidFill>
            <a:srgbClr val="E9F0F8"/>
          </a:solidFill>
          <a:ln w="12700">
            <a:solidFill>
              <a:srgbClr val="D4E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700016"/>
            <a:ext cx="182880" cy="182880"/>
          </a:xfrm>
          <a:prstGeom prst="ellipse">
            <a:avLst/>
          </a:prstGeom>
          <a:solidFill>
            <a:srgbClr val="0F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458114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↔ Langflow 연동 + 비교 차트 (A 산점도 + B 추이)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66560" y="45811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PAM4 EOM Agent</dc:title>
  <dc:subject>PptxGenJS Presentation</dc:subject>
  <dc:creator>PptxGenJS</dc:creator>
  <cp:lastModifiedBy>PptxGenJS</cp:lastModifiedBy>
  <cp:revision>1</cp:revision>
  <dcterms:created xsi:type="dcterms:W3CDTF">2026-07-04T03:50:53Z</dcterms:created>
  <dcterms:modified xsi:type="dcterms:W3CDTF">2026-07-04T03:50:53Z</dcterms:modified>
</cp:coreProperties>
</file>